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0" r:id="rId5"/>
    <p:sldId id="309" r:id="rId6"/>
    <p:sldId id="306" r:id="rId7"/>
    <p:sldId id="302" r:id="rId8"/>
    <p:sldId id="311" r:id="rId9"/>
    <p:sldId id="315" r:id="rId10"/>
    <p:sldId id="317" r:id="rId11"/>
    <p:sldId id="314" r:id="rId12"/>
    <p:sldId id="318" r:id="rId13"/>
    <p:sldId id="303" r:id="rId14"/>
    <p:sldId id="298" r:id="rId15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AE8"/>
    <a:srgbClr val="476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08" autoAdjust="0"/>
    <p:restoredTop sz="95356" autoAdjust="0"/>
  </p:normalViewPr>
  <p:slideViewPr>
    <p:cSldViewPr snapToGrid="0">
      <p:cViewPr varScale="1">
        <p:scale>
          <a:sx n="106" d="100"/>
          <a:sy n="106" d="100"/>
        </p:scale>
        <p:origin x="70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67E5D312-C169-41F1-8E0D-4173F5FE31CF}" type="datetime1">
              <a:rPr lang="it-IT" smtClean="0"/>
              <a:t>10/06/24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DD56CFAD-C154-4C9C-AD01-665A5055065E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fld id="{A174AE64-BF83-4F3F-AC93-80CEA62E363E}" type="datetime1">
              <a:rPr lang="it-IT" smtClean="0"/>
              <a:pPr/>
              <a:t>10/06/24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F5B62BC0-7DC4-4569-951D-2BB9475345C6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1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937367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2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261193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3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867342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4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702924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5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199746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6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61551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7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385883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8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176514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9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72266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10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908419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F5B62BC0-7DC4-4569-951D-2BB9475345C6}" type="slidenum">
              <a:rPr lang="it-IT" noProof="0" smtClean="0"/>
              <a:t>11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289578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lIns="914400" tIns="91440" rIns="914400" rtlCol="0" anchor="ctr"/>
          <a:lstStyle>
            <a:lvl1pPr algn="ctr">
              <a:defRPr lang="it-IT" sz="5400" b="1" cap="all" spc="1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114832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immagine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77227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rtlCol="0"/>
          <a:lstStyle>
            <a:lvl1pPr marL="0" indent="0" algn="ctr">
              <a:buNone/>
              <a:defRPr lang="it-IT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747" y="2365057"/>
            <a:ext cx="4377400" cy="2160644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5">
                  <a:alpha val="10000"/>
                </a:schemeClr>
              </a:gs>
            </a:gsLst>
            <a:lin ang="0" scaled="0"/>
          </a:gradFill>
          <a:ln w="28575">
            <a:solidFill>
              <a:schemeClr val="bg1"/>
            </a:solidFill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Aggiungi il titolo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FB3EFFF7-FFC6-16DF-B4AB-DD5A1A1DA9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7896" y="0"/>
            <a:ext cx="3344379" cy="6858000"/>
          </a:xfrm>
          <a:custGeom>
            <a:avLst/>
            <a:gdLst>
              <a:gd name="connsiteX0" fmla="*/ 0 w 3344379"/>
              <a:gd name="connsiteY0" fmla="*/ 0 h 6858000"/>
              <a:gd name="connsiteX1" fmla="*/ 3344379 w 3344379"/>
              <a:gd name="connsiteY1" fmla="*/ 0 h 6858000"/>
              <a:gd name="connsiteX2" fmla="*/ 3344379 w 3344379"/>
              <a:gd name="connsiteY2" fmla="*/ 6858000 h 6858000"/>
              <a:gd name="connsiteX3" fmla="*/ 0 w 334437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4379" h="6858000">
                <a:moveTo>
                  <a:pt x="0" y="0"/>
                </a:moveTo>
                <a:lnTo>
                  <a:pt x="3344379" y="0"/>
                </a:lnTo>
                <a:lnTo>
                  <a:pt x="33443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it-IT">
                <a:noFill/>
              </a:defRPr>
            </a:lvl1pPr>
          </a:lstStyle>
          <a:p>
            <a:pPr lvl="0" rtl="0"/>
            <a:r>
              <a:rPr lang="it-IT"/>
              <a:t>Vuoto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E6E802E-B214-0AE3-69C8-CBCA885C70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35900" y="2071688"/>
            <a:ext cx="3773488" cy="2732087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5pPr>
          </a:lstStyle>
          <a:p>
            <a:pPr lvl="0" rtl="0"/>
            <a:r>
              <a:rPr lang="it-IT"/>
              <a:t>Fare clic per inserire il testo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data 3">
            <a:extLst>
              <a:ext uri="{FF2B5EF4-FFF2-40B4-BE49-F238E27FC236}">
                <a16:creationId xmlns:a16="http://schemas.microsoft.com/office/drawing/2014/main" id="{E0398655-42A6-4DBC-9542-9A8D10B4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1FF7C44B-1689-4CA8-B0BC-0671EA127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7D6105C8-7607-448C-9CD2-9CA33B4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0423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 separazione 2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lIns="914400" tIns="182880" rIns="914400" rtlCol="0" anchor="ctr"/>
          <a:lstStyle>
            <a:lvl1pPr algn="ctr">
              <a:defRPr lang="it-IT" sz="5400" b="1" cap="all" spc="100" baseline="0">
                <a:solidFill>
                  <a:schemeClr val="accent5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173712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ezion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ECC6C658-B6F5-98D2-4D95-EA3030D6F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322" y="-7084"/>
            <a:ext cx="12212321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065" y="2372810"/>
            <a:ext cx="4352081" cy="2129742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Aggiungi il titolo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89480" y="0"/>
            <a:ext cx="539496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it-IT"/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12" name="Segnaposto piè di pagina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7133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C3FAF69-7EBE-817B-DCEA-4A159582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7515"/>
            <a:ext cx="4661648" cy="6871651"/>
          </a:xfrm>
          <a:prstGeom prst="rect">
            <a:avLst/>
          </a:prstGeom>
          <a:solidFill>
            <a:srgbClr val="4769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608" y="804862"/>
            <a:ext cx="3401992" cy="5121375"/>
          </a:xfrm>
          <a:prstGeom prst="rect">
            <a:avLst/>
          </a:prstGeom>
          <a:ln w="28575">
            <a:noFill/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Titolo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F4F9403-8AE5-DF79-EFCF-E99EABB8341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79338" y="804863"/>
            <a:ext cx="5716587" cy="5248276"/>
          </a:xfrm>
          <a:prstGeom prst="rect">
            <a:avLst/>
          </a:prstGeom>
        </p:spPr>
        <p:txBody>
          <a:bodyPr rtlCol="0" anchor="ctr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/>
            </a:lvl1pPr>
            <a:lvl2pPr marL="73152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/>
            </a:lvl2pPr>
            <a:lvl3pPr marL="109728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/>
            </a:lvl3pPr>
            <a:lvl4pPr marL="146304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/>
            </a:lvl4pPr>
            <a:lvl5pPr marL="1828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6" name="Segnaposto data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17" name="Segnaposto piè di pagina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8" name="Segnaposto numero diapositiva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7649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immagine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7727" y="2060294"/>
            <a:ext cx="4359795" cy="2141316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Inserire il titolo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009"/>
            <a:ext cx="5521124" cy="687858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7" name="Segnaposto testo 10">
            <a:extLst>
              <a:ext uri="{FF2B5EF4-FFF2-40B4-BE49-F238E27FC236}">
                <a16:creationId xmlns:a16="http://schemas.microsoft.com/office/drawing/2014/main" id="{F20D097E-45D7-422E-A8D1-635C7DE9A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0878" y="4550199"/>
            <a:ext cx="4359795" cy="1790164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it-IT" sz="1800" b="1" cap="all" spc="100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15" name="Segnaposto data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it-IT"/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12" name="Segnaposto piè di pagina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0191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706056"/>
            <a:ext cx="6323957" cy="10880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/>
              <a:t>Titolo</a:t>
            </a:r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BC3273F-AE8F-21E6-A06E-52686D6549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5563" y="2291786"/>
            <a:ext cx="3017837" cy="3967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A011C768-FB8E-F917-0CF9-C9B7DA4CAA6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473281" y="2294680"/>
            <a:ext cx="3136127" cy="3967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it-IT" sz="18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0" name="Segnaposto data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31" name="Segnaposto piè di pagina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32" name="Segnaposto numero diapositiva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120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a del prodot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FD970D0-182D-96E3-04B5-5D634F9C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6AEFB40-063A-41A7-9581-865BBE62C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143"/>
            <a:ext cx="10515600" cy="1229033"/>
          </a:xfrm>
          <a:prstGeom prst="rect">
            <a:avLst/>
          </a:prstGeom>
        </p:spPr>
        <p:txBody>
          <a:bodyPr rtlCol="0" anchor="b"/>
          <a:lstStyle>
            <a:lvl1pPr algn="ctr">
              <a:defRPr lang="it-IT" sz="2400" cap="all" spc="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9E453354-6167-7227-F443-F984688CC4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9775" y="2858625"/>
            <a:ext cx="3941763" cy="3338513"/>
          </a:xfrm>
          <a:prstGeom prst="rect">
            <a:avLst/>
          </a:prstGeom>
        </p:spPr>
        <p:txBody>
          <a:bodyPr rtlCol="0"/>
          <a:lstStyle>
            <a:lvl1pPr marL="347472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lang="it-IT" sz="1800" spc="100" baseline="0"/>
            </a:lvl1pPr>
            <a:lvl2pPr marL="6858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lang="it-IT" sz="1600" spc="100" baseline="0"/>
            </a:lvl2pPr>
            <a:lvl3pPr marL="11430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lang="it-IT" sz="1400" spc="100" baseline="0"/>
            </a:lvl3pPr>
            <a:lvl4pPr marL="16002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lang="it-IT" sz="1200" spc="100" baseline="0"/>
            </a:lvl4pPr>
            <a:lvl5pPr marL="20574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lang="it-IT" sz="12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9" name="Segnaposto contenuto 7">
            <a:extLst>
              <a:ext uri="{FF2B5EF4-FFF2-40B4-BE49-F238E27FC236}">
                <a16:creationId xmlns:a16="http://schemas.microsoft.com/office/drawing/2014/main" id="{DDA14B5C-C6A4-65FB-34DD-E1C0FF465FF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42681" y="2858625"/>
            <a:ext cx="6011119" cy="333851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lang="it-IT" sz="1800" spc="100" baseline="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spc="100" baseline="0"/>
            </a:lvl2pPr>
            <a:lvl3pPr marL="6858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spc="100" baseline="0"/>
            </a:lvl3pPr>
            <a:lvl4pPr marL="11430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spc="100" baseline="0"/>
            </a:lvl4pPr>
            <a:lvl5pPr marL="16002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40" name="Segnaposto data 3">
            <a:extLst>
              <a:ext uri="{FF2B5EF4-FFF2-40B4-BE49-F238E27FC236}">
                <a16:creationId xmlns:a16="http://schemas.microsoft.com/office/drawing/2014/main" id="{573EDDB2-8AC2-4A88-95EE-20082E77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41" name="Segnaposto piè di pagina 4">
            <a:extLst>
              <a:ext uri="{FF2B5EF4-FFF2-40B4-BE49-F238E27FC236}">
                <a16:creationId xmlns:a16="http://schemas.microsoft.com/office/drawing/2014/main" id="{325A34CF-B8DC-4A28-86BC-8D450E3D3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42" name="Segnaposto numero diapositiva 5">
            <a:extLst>
              <a:ext uri="{FF2B5EF4-FFF2-40B4-BE49-F238E27FC236}">
                <a16:creationId xmlns:a16="http://schemas.microsoft.com/office/drawing/2014/main" id="{3F009426-0603-4EF7-8DE1-0CA50818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4765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 sia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C1E109A-BBBE-498A-AC65-464AAF571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66915"/>
            <a:ext cx="2782529" cy="21630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lnSpc>
                <a:spcPct val="100000"/>
              </a:lnSpc>
              <a:defRPr lang="it-IT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/>
              <a:t>titolo</a:t>
            </a:r>
          </a:p>
        </p:txBody>
      </p:sp>
      <p:sp>
        <p:nvSpPr>
          <p:cNvPr id="10" name="Segnaposto testo 10">
            <a:extLst>
              <a:ext uri="{FF2B5EF4-FFF2-40B4-BE49-F238E27FC236}">
                <a16:creationId xmlns:a16="http://schemas.microsoft.com/office/drawing/2014/main" id="{7408009F-7441-4960-8688-598E55377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4796" y="960385"/>
            <a:ext cx="6341212" cy="1969628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0721A019-F5C2-4A15-A6AE-C03209D1D7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716594"/>
            <a:ext cx="12192000" cy="314140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11" name="Segnaposto data 3">
            <a:extLst>
              <a:ext uri="{FF2B5EF4-FFF2-40B4-BE49-F238E27FC236}">
                <a16:creationId xmlns:a16="http://schemas.microsoft.com/office/drawing/2014/main" id="{CFE1DF53-32D0-456E-8221-7FCD2332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12" name="Segnaposto piè di pagina 4">
            <a:extLst>
              <a:ext uri="{FF2B5EF4-FFF2-40B4-BE49-F238E27FC236}">
                <a16:creationId xmlns:a16="http://schemas.microsoft.com/office/drawing/2014/main" id="{DC108F1B-58C5-43B6-8251-B1392CA9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3" name="Segnaposto numero diapositiva 5">
            <a:extLst>
              <a:ext uri="{FF2B5EF4-FFF2-40B4-BE49-F238E27FC236}">
                <a16:creationId xmlns:a16="http://schemas.microsoft.com/office/drawing/2014/main" id="{C530B1E0-03D4-4E5B-A2A7-903B17B3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1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i finanzia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CE5E8994-67B0-7A02-C300-323269156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2671" y="0"/>
            <a:ext cx="7659329" cy="6858000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DD96D4A-16D3-4C35-A383-2DF039D54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3791" y="787869"/>
            <a:ext cx="2743200" cy="2142144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lnSpc>
                <a:spcPct val="100000"/>
              </a:lnSpc>
              <a:defRPr lang="it-IT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2EA6B5C4-24E3-C021-071B-DFF6C6CC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3449" y="3429000"/>
            <a:ext cx="2920796" cy="292735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6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4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2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2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FF255611-8280-41F3-A5FA-821E144AEA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20928" y="787869"/>
            <a:ext cx="6292646" cy="5432263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lang="it-IT" sz="1600" cap="all" baseline="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lang="it-IT" sz="1400" cap="all" baseline="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lang="it-IT" sz="1200" cap="all" baseline="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lang="it-IT" sz="1200" cap="all" baseline="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it-IT"/>
              <a:t>Fai clic per aggiungere contenuto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3453DB9-3C4B-4136-96D2-08A7D5AD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1464841-801A-499A-BFD2-9731D2D8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C78F9D-CD73-4D53-A871-D6C0B64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it-IT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88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 nostra concorren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41225E-57F6-4605-A684-F9B30F1F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559" y="1"/>
            <a:ext cx="4952999" cy="2182482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lIns="731520" rIns="731520" rtlCol="0" anchor="ctr"/>
          <a:lstStyle>
            <a:lvl1pPr algn="ctr">
              <a:defRPr lang="it-IT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per inserire il titolo</a:t>
            </a:r>
          </a:p>
        </p:txBody>
      </p:sp>
      <p:sp>
        <p:nvSpPr>
          <p:cNvPr id="7" name="Segnaposto immagine 8">
            <a:extLst>
              <a:ext uri="{FF2B5EF4-FFF2-40B4-BE49-F238E27FC236}">
                <a16:creationId xmlns:a16="http://schemas.microsoft.com/office/drawing/2014/main" id="{C93927AF-DF09-4CE5-8767-B2ECF0215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2932" y="0"/>
            <a:ext cx="7249067" cy="2182483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FE8D114B-8AAB-41D6-AFCF-750066A65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728" y="2924355"/>
            <a:ext cx="3769525" cy="3300645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6E5C19A-AE6A-FEDE-6B3C-9B1701F4C5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3262" y="2932801"/>
            <a:ext cx="6411912" cy="3300851"/>
          </a:xfrm>
          <a:prstGeom prst="rect">
            <a:avLst/>
          </a:prstGeom>
        </p:spPr>
        <p:txBody>
          <a:bodyPr rtlCol="0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it-IT" sz="1800" spc="100" baseline="0"/>
            </a:lvl1pPr>
            <a:lvl2pPr marL="9144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it-IT" sz="1800" spc="100" baseline="0"/>
            </a:lvl2pPr>
            <a:lvl3pPr marL="13716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it-IT" sz="1800" spc="100" baseline="0"/>
            </a:lvl3pPr>
            <a:lvl4pPr marL="18288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it-IT" sz="1800" spc="100" baseline="0"/>
            </a:lvl4pPr>
            <a:lvl5pPr marL="22860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it-IT" sz="1800" spc="100" baseline="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data 3">
            <a:extLst>
              <a:ext uri="{FF2B5EF4-FFF2-40B4-BE49-F238E27FC236}">
                <a16:creationId xmlns:a16="http://schemas.microsoft.com/office/drawing/2014/main" id="{8751D887-2419-4911-A7CC-9B5A598D7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B8B214E0-C574-4CE5-8FF0-E0F965A4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6C033920-FB08-49F3-8A75-14E68EF7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519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A96722F2-1968-8B82-9382-187D808D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  <p:sp>
        <p:nvSpPr>
          <p:cNvPr id="10" name="Titolo 9">
            <a:extLst>
              <a:ext uri="{FF2B5EF4-FFF2-40B4-BE49-F238E27FC236}">
                <a16:creationId xmlns:a16="http://schemas.microsoft.com/office/drawing/2014/main" id="{8F6663C8-5425-48D7-9E9D-F2B794222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1541"/>
            <a:ext cx="10515600" cy="1215894"/>
          </a:xfrm>
          <a:prstGeom prst="rect">
            <a:avLst/>
          </a:prstGeom>
        </p:spPr>
        <p:txBody>
          <a:bodyPr rtlCol="0" anchor="b"/>
          <a:lstStyle>
            <a:lvl1pPr algn="ctr">
              <a:defRPr lang="it-IT" sz="2400" cap="all" spc="1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it-IT"/>
              <a:t>FAI CLIC per aggiungere il titolo</a:t>
            </a:r>
          </a:p>
        </p:txBody>
      </p:sp>
      <p:sp>
        <p:nvSpPr>
          <p:cNvPr id="30" name="Segnaposto contenuto 29">
            <a:extLst>
              <a:ext uri="{FF2B5EF4-FFF2-40B4-BE49-F238E27FC236}">
                <a16:creationId xmlns:a16="http://schemas.microsoft.com/office/drawing/2014/main" id="{E7176063-74EF-4FC1-A687-2F5900412F5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59468" y="2674190"/>
            <a:ext cx="10494331" cy="360584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it-IT" sz="1400" cap="all" baseline="0"/>
            </a:lvl1pPr>
            <a:lvl2pPr marL="457200" indent="0">
              <a:buNone/>
              <a:defRPr lang="it-IT"/>
            </a:lvl2pPr>
            <a:lvl3pPr marL="914400" indent="0">
              <a:buNone/>
              <a:defRPr lang="it-IT"/>
            </a:lvl3pPr>
            <a:lvl4pPr marL="1371600" indent="0">
              <a:buNone/>
              <a:defRPr lang="it-IT"/>
            </a:lvl4pPr>
            <a:lvl5pPr marL="1828800" indent="0">
              <a:buNone/>
              <a:defRPr lang="it-IT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9058ECB-2935-45B1-80F1-ED38302C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8FC42CC-A62B-40E8-907A-F15D7C21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3E0735-85DE-48C3-8FE9-0754F9A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11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zie 2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061" y="1541398"/>
            <a:ext cx="4442603" cy="21248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tlCol="0" anchor="ctr"/>
          <a:lstStyle>
            <a:lvl1pPr algn="ctr">
              <a:defRPr lang="it-IT" sz="2400" cap="all" spc="1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Inserire il titolo</a:t>
            </a:r>
          </a:p>
        </p:txBody>
      </p:sp>
      <p:sp>
        <p:nvSpPr>
          <p:cNvPr id="38" name="Segnaposto testo 10">
            <a:extLst>
              <a:ext uri="{FF2B5EF4-FFF2-40B4-BE49-F238E27FC236}">
                <a16:creationId xmlns:a16="http://schemas.microsoft.com/office/drawing/2014/main" id="{34C23C4D-3C16-4A17-BF8A-A9C4E2F013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0061" y="3984426"/>
            <a:ext cx="4442603" cy="242499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it-IT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it-IT"/>
              <a:t>Fare clic per inserire il testo</a:t>
            </a:r>
          </a:p>
        </p:txBody>
      </p:sp>
      <p:sp>
        <p:nvSpPr>
          <p:cNvPr id="11" name="Segnaposto immagine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71736" y="0"/>
            <a:ext cx="5420263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it-IT"/>
            </a:lvl1pPr>
          </a:lstStyle>
          <a:p>
            <a:pPr rtl="0"/>
            <a:r>
              <a:rPr lang="it-IT"/>
              <a:t>Fai clic per aggiungere una foto</a:t>
            </a:r>
          </a:p>
        </p:txBody>
      </p:sp>
    </p:spTree>
    <p:extLst>
      <p:ext uri="{BB962C8B-B14F-4D97-AF65-F5344CB8AC3E}">
        <p14:creationId xmlns:p14="http://schemas.microsoft.com/office/powerpoint/2010/main" val="425779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E02389-643A-44A3-9E32-4459CAEA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it-IT"/>
              <a:t>20XX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3E221A-6F27-4890-B073-7BA27B8FB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it-IT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it-IT"/>
              <a:t>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B06CAC-A122-486F-81C6-4299D83E9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it-IT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it-IT" smtClean="0"/>
              <a:pPr rtl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301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73" r:id="rId3"/>
    <p:sldLayoutId id="2147483669" r:id="rId4"/>
    <p:sldLayoutId id="2147483651" r:id="rId5"/>
    <p:sldLayoutId id="2147483671" r:id="rId6"/>
    <p:sldLayoutId id="2147483652" r:id="rId7"/>
    <p:sldLayoutId id="2147483653" r:id="rId8"/>
    <p:sldLayoutId id="2147483650" r:id="rId9"/>
    <p:sldLayoutId id="2147483664" r:id="rId10"/>
    <p:sldLayoutId id="2147483659" r:id="rId11"/>
    <p:sldLayoutId id="2147483662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it-IT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 descr="Immagine che contiene pianta, pianta da appartamento, vaso da fiori, serra&#10;&#10;Descrizione generata automaticamente">
            <a:extLst>
              <a:ext uri="{FF2B5EF4-FFF2-40B4-BE49-F238E27FC236}">
                <a16:creationId xmlns:a16="http://schemas.microsoft.com/office/drawing/2014/main" id="{F2FDD51D-030A-7C07-1579-DE78B9C850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791" b="1940"/>
          <a:stretch/>
        </p:blipFill>
        <p:spPr>
          <a:xfrm>
            <a:off x="20" y="-2"/>
            <a:ext cx="12191980" cy="6858002"/>
          </a:xfrm>
          <a:prstGeom prst="rect">
            <a:avLst/>
          </a:prstGeom>
          <a:noFill/>
        </p:spPr>
      </p:pic>
      <p:sp>
        <p:nvSpPr>
          <p:cNvPr id="7" name="Titolo 6">
            <a:extLst>
              <a:ext uri="{FF2B5EF4-FFF2-40B4-BE49-F238E27FC236}">
                <a16:creationId xmlns:a16="http://schemas.microsoft.com/office/drawing/2014/main" id="{C0147929-8D39-DAA9-C3C5-4829D9C3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2335192"/>
            <a:ext cx="9792182" cy="2187616"/>
          </a:xfrm>
          <a:ln>
            <a:solidFill>
              <a:schemeClr val="bg1"/>
            </a:solidFill>
          </a:ln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>
                <a:solidFill>
                  <a:schemeClr val="bg1"/>
                </a:solidFill>
              </a:rPr>
              <a:t>Farming-Evolution</a:t>
            </a:r>
            <a:br>
              <a:rPr lang="it-IT" sz="3400" dirty="0">
                <a:solidFill>
                  <a:schemeClr val="bg1"/>
                </a:solidFill>
              </a:rPr>
            </a:br>
            <a:r>
              <a:rPr lang="it-IT" sz="1600" dirty="0">
                <a:solidFill>
                  <a:schemeClr val="bg1"/>
                </a:solidFill>
              </a:rPr>
              <a:t>Progetto realizzato da Dario Macchi (176495) e elia felletti (174557)</a:t>
            </a:r>
          </a:p>
        </p:txBody>
      </p:sp>
    </p:spTree>
    <p:extLst>
      <p:ext uri="{BB962C8B-B14F-4D97-AF65-F5344CB8AC3E}">
        <p14:creationId xmlns:p14="http://schemas.microsoft.com/office/powerpoint/2010/main" val="1760268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egnaposto immagine 5" descr="Immagine che contiene serra, edificio, pianta, aria aperta&#10;&#10;Descrizione generata automaticamente">
            <a:extLst>
              <a:ext uri="{FF2B5EF4-FFF2-40B4-BE49-F238E27FC236}">
                <a16:creationId xmlns:a16="http://schemas.microsoft.com/office/drawing/2014/main" id="{DD23C400-A520-FC51-CB23-FB8B63A23D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r="-1" b="32404"/>
          <a:stretch/>
        </p:blipFill>
        <p:spPr>
          <a:xfrm>
            <a:off x="20" y="10"/>
            <a:ext cx="6772256" cy="6857990"/>
          </a:xfrm>
          <a:noFill/>
        </p:spPr>
      </p:pic>
      <p:sp>
        <p:nvSpPr>
          <p:cNvPr id="47" name="Titolo 46">
            <a:extLst>
              <a:ext uri="{FF2B5EF4-FFF2-40B4-BE49-F238E27FC236}">
                <a16:creationId xmlns:a16="http://schemas.microsoft.com/office/drawing/2014/main" id="{3F9E60C6-15AA-4C95-9519-652CD08A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4747" y="2365057"/>
            <a:ext cx="4377400" cy="2160644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noProof="0" dirty="0"/>
              <a:t>Sommario</a:t>
            </a:r>
            <a:endParaRPr lang="it-IT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A68EE05A-5542-9F80-8508-5EF307B7CD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7896" y="0"/>
            <a:ext cx="3344379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D3AADE-5119-8CE2-0DD5-2BD7E34032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35900" y="2071688"/>
            <a:ext cx="3773488" cy="2732087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algn="just" rtl="0"/>
            <a:r>
              <a:rPr lang="it-IT" dirty="0"/>
              <a:t>Idea</a:t>
            </a:r>
          </a:p>
          <a:p>
            <a:pPr algn="just" rtl="0"/>
            <a:r>
              <a:rPr lang="it-IT" dirty="0"/>
              <a:t>Chi siamo</a:t>
            </a:r>
          </a:p>
          <a:p>
            <a:pPr algn="just" rtl="0"/>
            <a:r>
              <a:rPr lang="it-IT" dirty="0"/>
              <a:t>I nostri servizi</a:t>
            </a:r>
          </a:p>
          <a:p>
            <a:pPr algn="just" rtl="0"/>
            <a:r>
              <a:rPr lang="it-IT" dirty="0"/>
              <a:t>Perché Farming-Evolution</a:t>
            </a:r>
          </a:p>
          <a:p>
            <a:pPr algn="just" rtl="0"/>
            <a:r>
              <a:rPr lang="it-IT" dirty="0"/>
              <a:t>Vantaggi</a:t>
            </a:r>
          </a:p>
          <a:p>
            <a:pPr algn="just" rtl="0"/>
            <a:r>
              <a:rPr lang="it-IT" dirty="0"/>
              <a:t>Il nostro team</a:t>
            </a:r>
          </a:p>
        </p:txBody>
      </p:sp>
      <p:sp>
        <p:nvSpPr>
          <p:cNvPr id="20" name="Segnaposto numero diapositiva 19">
            <a:extLst>
              <a:ext uri="{FF2B5EF4-FFF2-40B4-BE49-F238E27FC236}">
                <a16:creationId xmlns:a16="http://schemas.microsoft.com/office/drawing/2014/main" id="{DA9558D5-EB6D-C2EA-C5E2-790769448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0292788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olo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791" y="787869"/>
            <a:ext cx="2743200" cy="2142144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I</a:t>
            </a:r>
            <a:r>
              <a:rPr lang="it-IT" noProof="0" dirty="0"/>
              <a:t>dea</a:t>
            </a:r>
            <a:endParaRPr lang="it-IT" dirty="0"/>
          </a:p>
        </p:txBody>
      </p:sp>
      <p:sp>
        <p:nvSpPr>
          <p:cNvPr id="50" name="Segnaposto testo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3449" y="3429000"/>
            <a:ext cx="2920796" cy="2927350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marL="0" indent="0">
              <a:lnSpc>
                <a:spcPct val="115000"/>
              </a:lnSpc>
              <a:buNone/>
            </a:pPr>
            <a:r>
              <a:rPr lang="it-IT" sz="1500" dirty="0"/>
              <a:t>Farming-Evolution nasce dall'intento di rendere più efficienti le coltivazioni agricole in serra. Il nostro obiettivo principale è l'innalzamento del rendimento produttivo di ogni terreno, con un conseguente aumento della qualità del prodotto finale.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26400FB-E4F4-C7A7-B24D-0F1BC9B75D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" b="13675"/>
          <a:stretch/>
        </p:blipFill>
        <p:spPr>
          <a:xfrm>
            <a:off x="5220928" y="787869"/>
            <a:ext cx="6292646" cy="5432263"/>
          </a:xfrm>
          <a:prstGeom prst="rect">
            <a:avLst/>
          </a:prstGeom>
          <a:noFill/>
        </p:spPr>
      </p:pic>
      <p:sp>
        <p:nvSpPr>
          <p:cNvPr id="61" name="Slide Number Placeholder 4">
            <a:extLst>
              <a:ext uri="{FF2B5EF4-FFF2-40B4-BE49-F238E27FC236}">
                <a16:creationId xmlns:a16="http://schemas.microsoft.com/office/drawing/2014/main" id="{22160E68-D8A2-5832-DE49-1A00789E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3</a:t>
            </a:fld>
            <a:endParaRPr lang="it-IT"/>
          </a:p>
        </p:txBody>
      </p:sp>
      <p:sp>
        <p:nvSpPr>
          <p:cNvPr id="2" name="Segnaposto numero diapositiva 1" hidden="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4652765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olo 24">
            <a:extLst>
              <a:ext uri="{FF2B5EF4-FFF2-40B4-BE49-F238E27FC236}">
                <a16:creationId xmlns:a16="http://schemas.microsoft.com/office/drawing/2014/main" id="{D353609C-AFD0-2BF5-05CC-2430B957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6915"/>
            <a:ext cx="2782529" cy="2163098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Chi siamo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1C52C13-996F-4CF8-BBA5-F6CC233475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864796" y="960385"/>
            <a:ext cx="6341212" cy="1969628"/>
          </a:xfrm>
        </p:spPr>
        <p:txBody>
          <a:bodyPr rtlCol="0" anchor="t">
            <a:normAutofit/>
          </a:bodyPr>
          <a:lstStyle>
            <a:defPPr>
              <a:defRPr lang="it-IT"/>
            </a:defPPr>
          </a:lstStyle>
          <a:p>
            <a:pPr algn="just" rtl="0"/>
            <a:r>
              <a:rPr lang="it-IT" dirty="0"/>
              <a:t>Siamo una start-up, appena entrata nel mercato, che si fonda su tre principi:</a:t>
            </a:r>
          </a:p>
          <a:p>
            <a:pPr marL="971550" lvl="1" indent="-285750" algn="just"/>
            <a:r>
              <a:rPr lang="it-IT" sz="1800" b="1" dirty="0"/>
              <a:t>Innovazione</a:t>
            </a:r>
          </a:p>
          <a:p>
            <a:pPr marL="971550" lvl="1" indent="-285750" algn="just"/>
            <a:r>
              <a:rPr lang="it-IT" sz="1800" b="1" dirty="0"/>
              <a:t>Pianificazione intelligente</a:t>
            </a:r>
          </a:p>
          <a:p>
            <a:pPr marL="971550" lvl="1" indent="-285750" algn="just"/>
            <a:r>
              <a:rPr lang="it-IT" sz="1800" b="1" dirty="0"/>
              <a:t>Disponibilità H24</a:t>
            </a:r>
          </a:p>
        </p:txBody>
      </p:sp>
      <p:pic>
        <p:nvPicPr>
          <p:cNvPr id="19" name="Segnaposto immagine 14" descr="Primo piano di una pianta">
            <a:extLst>
              <a:ext uri="{FF2B5EF4-FFF2-40B4-BE49-F238E27FC236}">
                <a16:creationId xmlns:a16="http://schemas.microsoft.com/office/drawing/2014/main" id="{D6CFF55D-EA3F-6E9D-3301-8FFC1310C3B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3716594"/>
            <a:ext cx="12192000" cy="3141406"/>
          </a:xfrm>
          <a:noFill/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06EA18F1-1CB3-04BA-3FB2-530F2637A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0158568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egnaposto immagine 10">
            <a:extLst>
              <a:ext uri="{FF2B5EF4-FFF2-40B4-BE49-F238E27FC236}">
                <a16:creationId xmlns:a16="http://schemas.microsoft.com/office/drawing/2014/main" id="{78FD7261-02C1-842B-5201-FE42C26347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t="15730"/>
          <a:stretch/>
        </p:blipFill>
        <p:spPr>
          <a:xfrm>
            <a:off x="20" y="-2"/>
            <a:ext cx="12191980" cy="6858000"/>
          </a:xfrm>
          <a:noFill/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05BF4AF3-2D87-5D1D-245D-49E6F0B0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2335192"/>
            <a:ext cx="9792182" cy="2187616"/>
          </a:xfrm>
          <a:ln>
            <a:solidFill>
              <a:schemeClr val="bg1"/>
            </a:solidFill>
          </a:ln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>
                <a:solidFill>
                  <a:schemeClr val="bg1"/>
                </a:solidFill>
              </a:rPr>
              <a:t>I nostri servizi</a:t>
            </a:r>
          </a:p>
        </p:txBody>
      </p:sp>
    </p:spTree>
    <p:extLst>
      <p:ext uri="{BB962C8B-B14F-4D97-AF65-F5344CB8AC3E}">
        <p14:creationId xmlns:p14="http://schemas.microsoft.com/office/powerpoint/2010/main" val="171007334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olo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804862"/>
            <a:ext cx="3401992" cy="5121375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Rilevazioni Ambientali</a:t>
            </a:r>
          </a:p>
        </p:txBody>
      </p:sp>
      <p:sp>
        <p:nvSpPr>
          <p:cNvPr id="50" name="Segnaposto testo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9338" y="804863"/>
            <a:ext cx="5716587" cy="5248276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marL="0" indent="0" algn="just">
              <a:buNone/>
            </a:pPr>
            <a:r>
              <a:rPr lang="it-IT" dirty="0"/>
              <a:t>La nostra piattaforma mette a disposizione un sistema di rilevazione ambientale che si basa su cinque parametri:</a:t>
            </a:r>
          </a:p>
          <a:p>
            <a:pPr lvl="1" algn="just"/>
            <a:r>
              <a:rPr lang="it-IT" dirty="0"/>
              <a:t>Temperatura</a:t>
            </a:r>
          </a:p>
          <a:p>
            <a:pPr lvl="1" algn="just"/>
            <a:r>
              <a:rPr lang="it-IT" dirty="0"/>
              <a:t>Umidità</a:t>
            </a:r>
          </a:p>
          <a:p>
            <a:pPr lvl="1" algn="just"/>
            <a:r>
              <a:rPr lang="it-IT" dirty="0"/>
              <a:t>Irrigazione</a:t>
            </a:r>
          </a:p>
          <a:p>
            <a:pPr lvl="1" algn="just"/>
            <a:r>
              <a:rPr lang="it-IT" dirty="0"/>
              <a:t>Anidride Carbonica</a:t>
            </a:r>
          </a:p>
          <a:p>
            <a:pPr lvl="1" algn="just"/>
            <a:r>
              <a:rPr lang="it-IT" dirty="0"/>
              <a:t>Luminosità</a:t>
            </a:r>
          </a:p>
        </p:txBody>
      </p:sp>
      <p:sp>
        <p:nvSpPr>
          <p:cNvPr id="61" name="Slide Number Placeholder 4">
            <a:extLst>
              <a:ext uri="{FF2B5EF4-FFF2-40B4-BE49-F238E27FC236}">
                <a16:creationId xmlns:a16="http://schemas.microsoft.com/office/drawing/2014/main" id="{22160E68-D8A2-5832-DE49-1A00789E2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6</a:t>
            </a:fld>
            <a:endParaRPr lang="it-IT"/>
          </a:p>
        </p:txBody>
      </p:sp>
      <p:sp>
        <p:nvSpPr>
          <p:cNvPr id="2" name="Segnaposto numero diapositiva 1" hidden="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3235106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olo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804862"/>
            <a:ext cx="3401992" cy="5121375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Monitoring e Pianificazione</a:t>
            </a:r>
          </a:p>
        </p:txBody>
      </p:sp>
      <p:sp>
        <p:nvSpPr>
          <p:cNvPr id="50" name="Segnaposto testo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9338" y="804863"/>
            <a:ext cx="5716587" cy="5248276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marL="0" indent="0" algn="just">
              <a:buNone/>
            </a:pPr>
            <a:r>
              <a:rPr lang="it-IT" dirty="0"/>
              <a:t>Attraverso un sistema intelligente di raccolta dati è possibile visualizzare l’andamento in tempo reale delle condizioni ambientali.</a:t>
            </a:r>
          </a:p>
          <a:p>
            <a:pPr marL="0" indent="0" algn="just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dirty="0"/>
              <a:t>Attraverso un apposito calendario sarà possibile pianificare i futuri raccolti fra le differenti serre presenti nella smart-farm di proprietà.</a:t>
            </a:r>
          </a:p>
        </p:txBody>
      </p:sp>
      <p:sp>
        <p:nvSpPr>
          <p:cNvPr id="61" name="Slide Number Placeholder 4">
            <a:extLst>
              <a:ext uri="{FF2B5EF4-FFF2-40B4-BE49-F238E27FC236}">
                <a16:creationId xmlns:a16="http://schemas.microsoft.com/office/drawing/2014/main" id="{22160E68-D8A2-5832-DE49-1A00789E2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7</a:t>
            </a:fld>
            <a:endParaRPr lang="it-IT"/>
          </a:p>
        </p:txBody>
      </p:sp>
      <p:sp>
        <p:nvSpPr>
          <p:cNvPr id="2" name="Segnaposto numero diapositiva 1" hidden="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2904979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A0BA3D-9921-C7FC-BC8D-5FC0FFA61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980" y="706056"/>
            <a:ext cx="6323957" cy="108802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Perché farming-Evolution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399A34E-6529-A0C2-1EEE-44E5D83178A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34980" y="2291785"/>
            <a:ext cx="6323957" cy="4429689"/>
          </a:xfrm>
        </p:spPr>
        <p:txBody>
          <a:bodyPr rtlCol="0"/>
          <a:lstStyle>
            <a:defPPr>
              <a:defRPr lang="it-IT"/>
            </a:defPPr>
          </a:lstStyle>
          <a:p>
            <a:pPr algn="just" rtl="0"/>
            <a:r>
              <a:rPr lang="it-IT" dirty="0"/>
              <a:t>La nostra moderna soluzione di sorveglianza attiva permette di essere sempre in grado di monitorare il micro-clima di tutte le serre, per massimizzare l'efficienza produttiva.</a:t>
            </a:r>
          </a:p>
          <a:p>
            <a:pPr algn="just" rtl="0"/>
            <a:endParaRPr lang="it-IT" dirty="0"/>
          </a:p>
          <a:p>
            <a:pPr algn="just" rtl="0"/>
            <a:r>
              <a:rPr lang="it-IT" dirty="0"/>
              <a:t>Un team dedicato e specializzato sarà sempre a tua disposizione per soddisfare ogni tua necessità.</a:t>
            </a:r>
          </a:p>
          <a:p>
            <a:pPr algn="just" rtl="0"/>
            <a:endParaRPr lang="it-IT" dirty="0"/>
          </a:p>
          <a:p>
            <a:pPr algn="just" rtl="0"/>
            <a:r>
              <a:rPr lang="it-IT" dirty="0"/>
              <a:t>Grazie al nostro continuo aggiornamento disporrai sempre delle migliori tecnologie per controllare la tua smart-farm.</a:t>
            </a:r>
          </a:p>
          <a:p>
            <a:pPr rtl="0"/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645A76-E100-EFC9-2708-1B1481747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fld id="{EA87306C-81BA-4795-A5CA-9392456A8C1E}" type="slidenum">
              <a:rPr lang="it-IT" smtClean="0"/>
              <a:pPr rtl="0"/>
              <a:t>8</a:t>
            </a:fld>
            <a:endParaRPr lang="it-IT" dirty="0"/>
          </a:p>
        </p:txBody>
      </p:sp>
      <p:pic>
        <p:nvPicPr>
          <p:cNvPr id="14" name="Segnaposto immagine 13">
            <a:extLst>
              <a:ext uri="{FF2B5EF4-FFF2-40B4-BE49-F238E27FC236}">
                <a16:creationId xmlns:a16="http://schemas.microsoft.com/office/drawing/2014/main" id="{908A2106-E024-DE0F-51C6-62ABC4B995F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833" r="833"/>
          <a:stretch>
            <a:fillRect/>
          </a:stretch>
        </p:blipFill>
        <p:spPr>
          <a:xfrm>
            <a:off x="-1" y="0"/>
            <a:ext cx="4495801" cy="6858000"/>
          </a:xfrm>
        </p:spPr>
      </p:pic>
    </p:spTree>
    <p:extLst>
      <p:ext uri="{BB962C8B-B14F-4D97-AF65-F5344CB8AC3E}">
        <p14:creationId xmlns:p14="http://schemas.microsoft.com/office/powerpoint/2010/main" val="1981909512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olo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559" y="0"/>
            <a:ext cx="4952999" cy="6857999"/>
          </a:xfrm>
        </p:spPr>
        <p:txBody>
          <a:bodyPr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Vantaggi</a:t>
            </a:r>
          </a:p>
        </p:txBody>
      </p:sp>
      <p:pic>
        <p:nvPicPr>
          <p:cNvPr id="3" name="Segnaposto immagine 59" descr="Immagine con l'erba che spunta">
            <a:extLst>
              <a:ext uri="{FF2B5EF4-FFF2-40B4-BE49-F238E27FC236}">
                <a16:creationId xmlns:a16="http://schemas.microsoft.com/office/drawing/2014/main" id="{5ED9ECB3-5120-793E-837F-437722036DF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475"/>
          <a:stretch/>
        </p:blipFill>
        <p:spPr>
          <a:xfrm>
            <a:off x="4942932" y="10"/>
            <a:ext cx="7249067" cy="2182473"/>
          </a:xfrm>
          <a:prstGeom prst="rect">
            <a:avLst/>
          </a:prstGeom>
          <a:noFill/>
        </p:spPr>
      </p:pic>
      <p:sp>
        <p:nvSpPr>
          <p:cNvPr id="50" name="Segnaposto testo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61509" y="2869815"/>
            <a:ext cx="6411912" cy="3300851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marL="0" indent="0" algn="just">
              <a:spcAft>
                <a:spcPts val="600"/>
              </a:spcAft>
              <a:buNone/>
            </a:pPr>
            <a:r>
              <a:rPr lang="it-IT" dirty="0"/>
              <a:t>SCALABILITÀ: la nostra soluzione è fortemente scalabile e si adatta a smart-farm di qualunque dimensione e con qualunque numero di serre al suo interno.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it-IT" dirty="0"/>
              <a:t>COMUNICAZIONE DIRETTA: per qualsiasi tipologia di richiesta è sempre possibile contattare gli amministratori di sistema.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it-IT" dirty="0"/>
              <a:t>USER FRIENDLY: grazie a un’interfaccia utente semplificata è facile interagire con la piattaforma.</a:t>
            </a:r>
          </a:p>
        </p:txBody>
      </p:sp>
      <p:sp>
        <p:nvSpPr>
          <p:cNvPr id="61" name="Slide Number Placeholder 4">
            <a:extLst>
              <a:ext uri="{FF2B5EF4-FFF2-40B4-BE49-F238E27FC236}">
                <a16:creationId xmlns:a16="http://schemas.microsoft.com/office/drawing/2014/main" id="{22160E68-D8A2-5832-DE49-1A00789E2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9</a:t>
            </a:fld>
            <a:endParaRPr lang="it-IT" dirty="0"/>
          </a:p>
        </p:txBody>
      </p:sp>
      <p:sp>
        <p:nvSpPr>
          <p:cNvPr id="2" name="Segnaposto numero diapositiva 1" hidden="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defPPr>
              <a:defRPr lang="it-IT"/>
            </a:defPPr>
          </a:lstStyle>
          <a:p>
            <a:pPr rtl="0">
              <a:spcAft>
                <a:spcPts val="600"/>
              </a:spcAft>
            </a:pPr>
            <a:fld id="{EA87306C-81BA-4795-A5CA-9392456A8C1E}" type="slidenum">
              <a:rPr lang="it-IT" smtClean="0"/>
              <a:pPr rtl="0">
                <a:spcAft>
                  <a:spcPts val="600"/>
                </a:spcAft>
              </a:pPr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6345572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5">
            <a:extLst>
              <a:ext uri="{FF2B5EF4-FFF2-40B4-BE49-F238E27FC236}">
                <a16:creationId xmlns:a16="http://schemas.microsoft.com/office/drawing/2014/main" id="{1A6EA623-FC3F-8EBD-1C1B-072A21C29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143"/>
            <a:ext cx="10515600" cy="1229033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Il nostro team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DD35D7A3-DF00-2A7C-7CCD-B4941AD3207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/>
          <a:stretch/>
        </p:blipFill>
        <p:spPr>
          <a:xfrm>
            <a:off x="1580436" y="2375507"/>
            <a:ext cx="2503884" cy="33385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2" name="Segnaposto contenuto 11">
            <a:extLst>
              <a:ext uri="{FF2B5EF4-FFF2-40B4-BE49-F238E27FC236}">
                <a16:creationId xmlns:a16="http://schemas.microsoft.com/office/drawing/2014/main" id="{8861FF45-BE19-75F7-FDF6-3CF0D85A8F0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2769" y="6061482"/>
            <a:ext cx="4059218" cy="570375"/>
          </a:xfrm>
        </p:spPr>
        <p:txBody>
          <a:bodyPr rtlCol="0"/>
          <a:lstStyle>
            <a:defPPr>
              <a:defRPr lang="it-IT"/>
            </a:defPPr>
          </a:lstStyle>
          <a:p>
            <a:pPr algn="ctr" rtl="0"/>
            <a:r>
              <a:rPr lang="it-IT" dirty="0"/>
              <a:t>Elia Felletti, 21 anni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B347400-F1A2-FAFC-8A83-9280B6C44D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EA87306C-81BA-4795-A5CA-9392456A8C1E}" type="slidenum">
              <a:rPr lang="it-IT" smtClean="0"/>
              <a:pPr rtl="0"/>
              <a:t>10</a:t>
            </a:fld>
            <a:endParaRPr lang="it-IT" dirty="0"/>
          </a:p>
        </p:txBody>
      </p:sp>
      <p:pic>
        <p:nvPicPr>
          <p:cNvPr id="7" name="Immagine 6" descr="Immagine che contiene Viso umano, persona, muro, interno&#10;&#10;Descrizione generata automaticamente">
            <a:extLst>
              <a:ext uri="{FF2B5EF4-FFF2-40B4-BE49-F238E27FC236}">
                <a16:creationId xmlns:a16="http://schemas.microsoft.com/office/drawing/2014/main" id="{81AD08A4-EA79-92F8-127B-D9CDB222E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682" y="2375506"/>
            <a:ext cx="2503884" cy="33385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Segnaposto contenuto 11">
            <a:extLst>
              <a:ext uri="{FF2B5EF4-FFF2-40B4-BE49-F238E27FC236}">
                <a16:creationId xmlns:a16="http://schemas.microsoft.com/office/drawing/2014/main" id="{0C7BC80B-BDC0-EA92-9655-964150E45848}"/>
              </a:ext>
            </a:extLst>
          </p:cNvPr>
          <p:cNvSpPr txBox="1">
            <a:spLocks/>
          </p:cNvSpPr>
          <p:nvPr/>
        </p:nvSpPr>
        <p:spPr>
          <a:xfrm>
            <a:off x="7330015" y="6061481"/>
            <a:ext cx="4059218" cy="570375"/>
          </a:xfrm>
          <a:prstGeom prst="rect">
            <a:avLst/>
          </a:prstGeom>
        </p:spPr>
        <p:txBody>
          <a:bodyPr rtlCol="0"/>
          <a:lstStyle>
            <a:defPPr>
              <a:defRPr lang="it-IT"/>
            </a:defPPr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lang="it-IT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85750" algn="l" defTabSz="914400" rtl="0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it-IT" sz="1800" kern="1200" spc="1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dirty="0"/>
              <a:t>Dario Macchi, 21 anni</a:t>
            </a:r>
          </a:p>
        </p:txBody>
      </p:sp>
    </p:spTree>
    <p:extLst>
      <p:ext uri="{BB962C8B-B14F-4D97-AF65-F5344CB8AC3E}">
        <p14:creationId xmlns:p14="http://schemas.microsoft.com/office/powerpoint/2010/main" val="3299512980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ACBCD3B-EAB4-87E8-85AB-C9DDB716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061" y="2366586"/>
            <a:ext cx="4442603" cy="2124827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Grazie per la vostra attenzione</a:t>
            </a:r>
          </a:p>
        </p:txBody>
      </p:sp>
      <p:pic>
        <p:nvPicPr>
          <p:cNvPr id="15" name="Segnaposto immagine 14" descr="Primo piano di una foglia">
            <a:extLst>
              <a:ext uri="{FF2B5EF4-FFF2-40B4-BE49-F238E27FC236}">
                <a16:creationId xmlns:a16="http://schemas.microsoft.com/office/drawing/2014/main" id="{C59CFD32-0A41-78F6-63F2-D8BBA2F23D0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55" r="55"/>
          <a:stretch/>
        </p:blipFill>
        <p:spPr>
          <a:xfrm>
            <a:off x="6771736" y="0"/>
            <a:ext cx="5420263" cy="6858000"/>
          </a:xfrm>
        </p:spPr>
      </p:pic>
    </p:spTree>
    <p:extLst>
      <p:ext uri="{BB962C8B-B14F-4D97-AF65-F5344CB8AC3E}">
        <p14:creationId xmlns:p14="http://schemas.microsoft.com/office/powerpoint/2010/main" val="3010151088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Personalizzata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D0E9"/>
      </a:accent1>
      <a:accent2>
        <a:srgbClr val="476977"/>
      </a:accent2>
      <a:accent3>
        <a:srgbClr val="79BBE9"/>
      </a:accent3>
      <a:accent4>
        <a:srgbClr val="6B8043"/>
      </a:accent4>
      <a:accent5>
        <a:srgbClr val="9ACF21"/>
      </a:accent5>
      <a:accent6>
        <a:srgbClr val="CFDCA5"/>
      </a:accent6>
      <a:hlink>
        <a:srgbClr val="0563C1"/>
      </a:hlink>
      <a:folHlink>
        <a:srgbClr val="954F72"/>
      </a:folHlink>
    </a:clrScheme>
    <a:fontScheme name="Custom 26">
      <a:majorFont>
        <a:latin typeface="Tenorite Bold"/>
        <a:ea typeface=""/>
        <a:cs typeface=""/>
      </a:majorFont>
      <a:minorFont>
        <a:latin typeface="Tenorit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98630289.tgt.Office_72342519_TF16411175_Win32_OJ112380586.potx" id="{7D358029-E286-4B1A-BFBE-337805D9D95D}" vid="{63920A3E-88DD-4201-AD1C-201DABB0301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9424615-5FE5-4F43-AE24-3BC9A05326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AD180A-D253-4F84-BD24-8EE736E655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19A644-6410-4EC7-894C-877E70305DF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Personalizzata</Template>
  <TotalTime>406</TotalTime>
  <Words>320</Words>
  <Application>Microsoft Macintosh PowerPoint</Application>
  <PresentationFormat>Widescreen</PresentationFormat>
  <Paragraphs>64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Calibri</vt:lpstr>
      <vt:lpstr>Tenorite </vt:lpstr>
      <vt:lpstr>Tenorite Bold</vt:lpstr>
      <vt:lpstr>Personalizzata</vt:lpstr>
      <vt:lpstr>Farming-Evolution Progetto realizzato da Dario Macchi (176495) e elia felletti (174557)</vt:lpstr>
      <vt:lpstr>Sommario</vt:lpstr>
      <vt:lpstr>Idea</vt:lpstr>
      <vt:lpstr>Chi siamo</vt:lpstr>
      <vt:lpstr>I nostri servizi</vt:lpstr>
      <vt:lpstr>Rilevazioni Ambientali</vt:lpstr>
      <vt:lpstr>Monitoring e Pianificazione</vt:lpstr>
      <vt:lpstr>Perché farming-Evolution</vt:lpstr>
      <vt:lpstr>Vantaggi</vt:lpstr>
      <vt:lpstr>Il nostro team</vt:lpstr>
      <vt:lpstr>Grazie per la vostra 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MACCHI DARIO</dc:creator>
  <cp:lastModifiedBy>MACCHI DARIO</cp:lastModifiedBy>
  <cp:revision>5</cp:revision>
  <dcterms:created xsi:type="dcterms:W3CDTF">2024-06-05T13:59:14Z</dcterms:created>
  <dcterms:modified xsi:type="dcterms:W3CDTF">2024-06-10T20:28:42Z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