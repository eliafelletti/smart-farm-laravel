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0" r:id="rId5"/>
    <p:sldId id="309" r:id="rId6"/>
    <p:sldId id="306" r:id="rId7"/>
    <p:sldId id="302" r:id="rId8"/>
    <p:sldId id="311" r:id="rId9"/>
    <p:sldId id="315" r:id="rId10"/>
    <p:sldId id="317" r:id="rId11"/>
    <p:sldId id="314" r:id="rId12"/>
    <p:sldId id="318" r:id="rId13"/>
    <p:sldId id="303" r:id="rId14"/>
    <p:sldId id="298" r:id="rId1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0" autoAdjust="0"/>
    <p:restoredTop sz="95336" autoAdjust="0"/>
  </p:normalViewPr>
  <p:slideViewPr>
    <p:cSldViewPr snapToGrid="0">
      <p:cViewPr varScale="1">
        <p:scale>
          <a:sx n="119" d="100"/>
          <a:sy n="119" d="100"/>
        </p:scale>
        <p:origin x="224" y="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67E5D312-C169-41F1-8E0D-4173F5FE31CF}" type="datetime1">
              <a:rPr lang="it-IT" smtClean="0"/>
              <a:t>05/06/24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D56CFAD-C154-4C9C-AD01-665A5055065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A174AE64-BF83-4F3F-AC93-80CEA62E363E}" type="datetime1">
              <a:rPr lang="it-IT" smtClean="0"/>
              <a:pPr/>
              <a:t>05/06/24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F5B62BC0-7DC4-4569-951D-2BB9475345C6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1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37367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2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61193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3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867342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4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702924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5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19974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6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61551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7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385883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8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176514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9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2266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10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90841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11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89578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rtlCol="0" anchor="ctr"/>
          <a:lstStyle>
            <a:lvl1pPr algn="ctr">
              <a:defRPr lang="it-IT" sz="5400" b="1" cap="all" spc="1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rtlCol="0"/>
          <a:lstStyle>
            <a:lvl1pPr marL="0" indent="0" algn="ctr">
              <a:buNone/>
              <a:defRPr lang="it-IT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Aggiungi il titolo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it-IT">
                <a:noFill/>
              </a:defRPr>
            </a:lvl1pPr>
          </a:lstStyle>
          <a:p>
            <a:pPr lvl="0" rtl="0"/>
            <a:r>
              <a:rPr lang="it-IT"/>
              <a:t>Vuoto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data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 separazion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rtlCol="0" anchor="ctr"/>
          <a:lstStyle>
            <a:lvl1pPr algn="ctr">
              <a:defRPr lang="it-IT" sz="5400" b="1" cap="all" spc="100" baseline="0">
                <a:solidFill>
                  <a:schemeClr val="accent5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ezion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Aggiungi il 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it-IT"/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Titolo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rtlCol="0"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6" name="Segnaposto data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7" name="Segnaposto piè di pagina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8" name="Segnaposto numero diapositiva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Inserire il 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it-IT"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it-IT"/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/>
              <a:t>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0" name="Segnaposto data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31" name="Segnaposto piè di pagina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32" name="Segnaposto numero diapositiva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a del prodo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rtlCol="0" anchor="b"/>
          <a:lstStyle>
            <a:lvl1pPr algn="ctr">
              <a:defRPr lang="it-IT"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 rtlCol="0"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lang="it-IT"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lang="it-IT"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lang="it-IT"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lang="it-IT"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lang="it-IT" sz="12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Segnaposto contenuto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lang="it-IT"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0" name="Segnaposto data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41" name="Segnaposto piè di pagina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42" name="Segnaposto numero diapositiva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 sia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it-IT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/>
              <a:t>titolo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11" name="Segnaposto data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i finanzia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it-IT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2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lang="it-IT"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lang="it-IT"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lang="it-IT"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lang="it-IT"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nostra concorre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rtlCol="0" anchor="ctr"/>
          <a:lstStyle>
            <a:lvl1pPr algn="ctr">
              <a:defRPr lang="it-IT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7" name="Segnaposto immagine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 rtlCol="0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data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rtlCol="0" anchor="b"/>
          <a:lstStyle>
            <a:lvl1pPr algn="ctr">
              <a:defRPr lang="it-IT" sz="2400" cap="all" spc="1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it-IT"/>
              <a:t>FAI CLIC per aggiungere il titolo</a:t>
            </a:r>
          </a:p>
        </p:txBody>
      </p:sp>
      <p:sp>
        <p:nvSpPr>
          <p:cNvPr id="30" name="Segnaposto contenuto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it-IT" sz="1400" cap="all" baseline="0"/>
            </a:lvl1pPr>
            <a:lvl2pPr marL="457200" indent="0">
              <a:buNone/>
              <a:defRPr lang="it-IT"/>
            </a:lvl2pPr>
            <a:lvl3pPr marL="914400" indent="0">
              <a:buNone/>
              <a:defRPr lang="it-IT"/>
            </a:lvl3pPr>
            <a:lvl4pPr marL="1371600" indent="0">
              <a:buNone/>
              <a:defRPr lang="it-IT"/>
            </a:lvl4pPr>
            <a:lvl5pPr marL="1828800" indent="0">
              <a:buNone/>
              <a:defRPr lang="it-IT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zie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Inserire il titolo</a:t>
            </a:r>
          </a:p>
        </p:txBody>
      </p:sp>
      <p:sp>
        <p:nvSpPr>
          <p:cNvPr id="38" name="Segnaposto testo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pianta, pianta da appartamento, vaso da fiori, serra&#10;&#10;Descrizione generata automaticamente">
            <a:extLst>
              <a:ext uri="{FF2B5EF4-FFF2-40B4-BE49-F238E27FC236}">
                <a16:creationId xmlns:a16="http://schemas.microsoft.com/office/drawing/2014/main" id="{F2FDD51D-030A-7C07-1579-DE78B9C85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791" b="1940"/>
          <a:stretch/>
        </p:blipFill>
        <p:spPr>
          <a:xfrm>
            <a:off x="20" y="-2"/>
            <a:ext cx="12191980" cy="6858002"/>
          </a:xfrm>
          <a:prstGeom prst="rect">
            <a:avLst/>
          </a:prstGeom>
          <a:noFill/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  <a:ln>
            <a:solidFill>
              <a:schemeClr val="bg1"/>
            </a:solidFill>
          </a:ln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>
                <a:solidFill>
                  <a:schemeClr val="bg1"/>
                </a:solidFill>
              </a:rPr>
              <a:t>Farming-Evolution</a:t>
            </a:r>
            <a:br>
              <a:rPr lang="it-IT" sz="3400" dirty="0">
                <a:solidFill>
                  <a:schemeClr val="bg1"/>
                </a:solidFill>
              </a:rPr>
            </a:br>
            <a:r>
              <a:rPr lang="it-IT" sz="1600" dirty="0">
                <a:solidFill>
                  <a:schemeClr val="bg1"/>
                </a:solidFill>
              </a:rPr>
              <a:t>Progetto realizzato da Dario Macchi (176495) e elia felletti (174557)</a:t>
            </a:r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immagine 5" descr="Immagine che contiene serra, edificio, pianta, aria aperta&#10;&#10;Descrizione generata automaticamente">
            <a:extLst>
              <a:ext uri="{FF2B5EF4-FFF2-40B4-BE49-F238E27FC236}">
                <a16:creationId xmlns:a16="http://schemas.microsoft.com/office/drawing/2014/main" id="{DD23C400-A520-FC51-CB23-FB8B63A23D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r="-1" b="32404"/>
          <a:stretch/>
        </p:blipFill>
        <p:spPr>
          <a:xfrm>
            <a:off x="20" y="10"/>
            <a:ext cx="6772256" cy="6857990"/>
          </a:xfrm>
          <a:noFill/>
        </p:spPr>
      </p:pic>
      <p:sp>
        <p:nvSpPr>
          <p:cNvPr id="47" name="Titolo 46">
            <a:extLst>
              <a:ext uri="{FF2B5EF4-FFF2-40B4-BE49-F238E27FC236}">
                <a16:creationId xmlns:a16="http://schemas.microsoft.com/office/drawing/2014/main" id="{3F9E60C6-15AA-4C95-9519-652CD08A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747" y="2365057"/>
            <a:ext cx="4377400" cy="2160644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noProof="0" dirty="0"/>
              <a:t>Sommario</a:t>
            </a:r>
            <a:endParaRPr lang="it-IT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A68EE05A-5542-9F80-8508-5EF307B7CD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7896" y="0"/>
            <a:ext cx="3344379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D3AADE-5119-8CE2-0DD5-2BD7E3403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35900" y="2071688"/>
            <a:ext cx="3773488" cy="2732087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algn="just" rtl="0"/>
            <a:r>
              <a:rPr lang="it-IT" dirty="0"/>
              <a:t>Idea</a:t>
            </a:r>
          </a:p>
          <a:p>
            <a:pPr algn="just" rtl="0"/>
            <a:r>
              <a:rPr lang="it-IT" dirty="0"/>
              <a:t>Chi siamo</a:t>
            </a:r>
          </a:p>
          <a:p>
            <a:pPr algn="just" rtl="0"/>
            <a:r>
              <a:rPr lang="it-IT" dirty="0"/>
              <a:t>I nostri servizi</a:t>
            </a:r>
          </a:p>
          <a:p>
            <a:pPr algn="just" rtl="0"/>
            <a:r>
              <a:rPr lang="it-IT" dirty="0"/>
              <a:t>Perché Farming-Evolution</a:t>
            </a:r>
          </a:p>
          <a:p>
            <a:pPr algn="just" rtl="0"/>
            <a:r>
              <a:rPr lang="it-IT" dirty="0"/>
              <a:t>Vantaggi</a:t>
            </a:r>
          </a:p>
          <a:p>
            <a:pPr algn="just" rtl="0"/>
            <a:r>
              <a:rPr lang="it-IT" dirty="0"/>
              <a:t>Il nostro team</a:t>
            </a:r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DA9558D5-EB6D-C2EA-C5E2-79076944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029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791" y="787869"/>
            <a:ext cx="2743200" cy="2142144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I</a:t>
            </a:r>
            <a:r>
              <a:rPr lang="it-IT" noProof="0" dirty="0"/>
              <a:t>dea</a:t>
            </a:r>
            <a:endParaRPr lang="it-IT" dirty="0"/>
          </a:p>
        </p:txBody>
      </p:sp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3449" y="3429000"/>
            <a:ext cx="2920796" cy="2927350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0" indent="0">
              <a:lnSpc>
                <a:spcPct val="115000"/>
              </a:lnSpc>
              <a:buNone/>
            </a:pPr>
            <a:r>
              <a:rPr lang="it-IT" sz="1500" dirty="0"/>
              <a:t>Farming-Evolution nasce dall'intento di rendere più efficienti le coltivazioni agricole in serra. Il nostro obiettivo principale è l'innalzamento del rendimento produttivo di ogni terreno, con un conseguente aumento della qualità del prodotto finale.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26400FB-E4F4-C7A7-B24D-0F1BC9B75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" b="13675"/>
          <a:stretch/>
        </p:blipFill>
        <p:spPr>
          <a:xfrm>
            <a:off x="5220928" y="787869"/>
            <a:ext cx="6292646" cy="5432263"/>
          </a:xfrm>
          <a:prstGeom prst="rect">
            <a:avLst/>
          </a:prstGeom>
          <a:noFill/>
        </p:spPr>
      </p:pic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3</a:t>
            </a:fld>
            <a:endParaRPr lang="it-IT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465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olo 24">
            <a:extLst>
              <a:ext uri="{FF2B5EF4-FFF2-40B4-BE49-F238E27FC236}">
                <a16:creationId xmlns:a16="http://schemas.microsoft.com/office/drawing/2014/main" id="{D353609C-AFD0-2BF5-05CC-2430B957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6915"/>
            <a:ext cx="2782529" cy="2163098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Chi siamo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1C52C13-996F-4CF8-BBA5-F6CC233475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64796" y="960385"/>
            <a:ext cx="6341212" cy="1969628"/>
          </a:xfrm>
        </p:spPr>
        <p:txBody>
          <a:bodyPr rtlCol="0" anchor="t">
            <a:normAutofit/>
          </a:bodyPr>
          <a:lstStyle>
            <a:defPPr>
              <a:defRPr lang="it-IT"/>
            </a:defPPr>
          </a:lstStyle>
          <a:p>
            <a:pPr algn="just" rtl="0"/>
            <a:r>
              <a:rPr lang="it-IT" dirty="0"/>
              <a:t>Siamo una start-up, appena entrata nel mercato, che si fonda su tre principi:</a:t>
            </a:r>
          </a:p>
          <a:p>
            <a:pPr marL="971550" lvl="1" indent="-285750" algn="just"/>
            <a:r>
              <a:rPr lang="it-IT" sz="1800" b="1" dirty="0"/>
              <a:t>Innovazione</a:t>
            </a:r>
          </a:p>
          <a:p>
            <a:pPr marL="971550" lvl="1" indent="-285750" algn="just"/>
            <a:r>
              <a:rPr lang="it-IT" sz="1800" b="1" dirty="0"/>
              <a:t>Pianificazione intelligente</a:t>
            </a:r>
          </a:p>
          <a:p>
            <a:pPr marL="971550" lvl="1" indent="-285750" algn="just"/>
            <a:r>
              <a:rPr lang="it-IT" sz="1800" b="1" dirty="0"/>
              <a:t>Disponibilità H24</a:t>
            </a:r>
          </a:p>
        </p:txBody>
      </p:sp>
      <p:pic>
        <p:nvPicPr>
          <p:cNvPr id="19" name="Segnaposto immagine 14" descr="Primo piano di una pianta">
            <a:extLst>
              <a:ext uri="{FF2B5EF4-FFF2-40B4-BE49-F238E27FC236}">
                <a16:creationId xmlns:a16="http://schemas.microsoft.com/office/drawing/2014/main" id="{D6CFF55D-EA3F-6E9D-3301-8FFC1310C3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3716594"/>
            <a:ext cx="12192000" cy="3141406"/>
          </a:xfrm>
          <a:noFill/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6EA18F1-1CB3-04BA-3FB2-530F2637A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015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immagine 10">
            <a:extLst>
              <a:ext uri="{FF2B5EF4-FFF2-40B4-BE49-F238E27FC236}">
                <a16:creationId xmlns:a16="http://schemas.microsoft.com/office/drawing/2014/main" id="{78FD7261-02C1-842B-5201-FE42C26347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15730"/>
          <a:stretch/>
        </p:blipFill>
        <p:spPr>
          <a:xfrm>
            <a:off x="20" y="-2"/>
            <a:ext cx="12191980" cy="6858000"/>
          </a:xfrm>
          <a:noFill/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05BF4AF3-2D87-5D1D-245D-49E6F0B0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  <a:ln>
            <a:solidFill>
              <a:schemeClr val="bg1"/>
            </a:solidFill>
          </a:ln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>
                <a:solidFill>
                  <a:schemeClr val="bg1"/>
                </a:solidFill>
              </a:rPr>
              <a:t>I nostri servizi</a:t>
            </a:r>
          </a:p>
        </p:txBody>
      </p:sp>
    </p:spTree>
    <p:extLst>
      <p:ext uri="{BB962C8B-B14F-4D97-AF65-F5344CB8AC3E}">
        <p14:creationId xmlns:p14="http://schemas.microsoft.com/office/powerpoint/2010/main" val="17100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Rilevazioni Ambientali</a:t>
            </a:r>
          </a:p>
        </p:txBody>
      </p:sp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marL="0" indent="0" algn="just">
              <a:buNone/>
            </a:pPr>
            <a:r>
              <a:rPr lang="it-IT" dirty="0"/>
              <a:t>La nostra piattaforma mette a disposizione un sistema di rilevazione ambientale che si basa su cinque parametri:</a:t>
            </a:r>
          </a:p>
          <a:p>
            <a:pPr lvl="1" algn="just"/>
            <a:r>
              <a:rPr lang="it-IT" dirty="0"/>
              <a:t>Temperatura</a:t>
            </a:r>
          </a:p>
          <a:p>
            <a:pPr lvl="1" algn="just"/>
            <a:r>
              <a:rPr lang="it-IT" dirty="0"/>
              <a:t>Umidità</a:t>
            </a:r>
          </a:p>
          <a:p>
            <a:pPr lvl="1" algn="just"/>
            <a:r>
              <a:rPr lang="it-IT" dirty="0"/>
              <a:t>Irrigazione</a:t>
            </a:r>
          </a:p>
          <a:p>
            <a:pPr lvl="1" algn="just"/>
            <a:r>
              <a:rPr lang="it-IT" dirty="0"/>
              <a:t>Anidride Carbonica</a:t>
            </a:r>
          </a:p>
          <a:p>
            <a:pPr lvl="1" algn="just"/>
            <a:r>
              <a:rPr lang="it-IT" dirty="0"/>
              <a:t>Luminosità</a:t>
            </a:r>
          </a:p>
        </p:txBody>
      </p:sp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6</a:t>
            </a:fld>
            <a:endParaRPr lang="it-IT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323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Monitoring e Pianificazione</a:t>
            </a:r>
          </a:p>
        </p:txBody>
      </p:sp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marL="0" indent="0" algn="just">
              <a:buNone/>
            </a:pPr>
            <a:r>
              <a:rPr lang="it-IT" dirty="0"/>
              <a:t>Attraverso un sistema intelligente di raccolta dati è possibile visualizzare l’andamento in tempo reale delle condizioni ambientali.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Attraverso un apposito calendario sarà possibile pianificare i futuri raccolti fra le differenti serre presenti nella smart-farm di proprietà.</a:t>
            </a:r>
          </a:p>
        </p:txBody>
      </p:sp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7</a:t>
            </a:fld>
            <a:endParaRPr lang="it-IT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290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A0BA3D-9921-C7FC-BC8D-5FC0FFA6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980" y="706056"/>
            <a:ext cx="6323957" cy="108802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Perché farming-Evolution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99A34E-6529-A0C2-1EEE-44E5D83178A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34980" y="2291785"/>
            <a:ext cx="6323957" cy="4429689"/>
          </a:xfrm>
        </p:spPr>
        <p:txBody>
          <a:bodyPr rtlCol="0"/>
          <a:lstStyle>
            <a:defPPr>
              <a:defRPr lang="it-IT"/>
            </a:defPPr>
          </a:lstStyle>
          <a:p>
            <a:pPr algn="just" rtl="0"/>
            <a:r>
              <a:rPr lang="it-IT" dirty="0"/>
              <a:t>La nostra moderna soluzione di sorveglianza attiva permette di essere sempre in grado di monitorare il micro-clima di tutte le serre, per massimizzare l'efficienza produttiva.</a:t>
            </a:r>
          </a:p>
          <a:p>
            <a:pPr algn="just" rtl="0"/>
            <a:endParaRPr lang="it-IT" dirty="0"/>
          </a:p>
          <a:p>
            <a:pPr algn="just" rtl="0"/>
            <a:r>
              <a:rPr lang="it-IT" dirty="0"/>
              <a:t>Un team dedicato e specializzato sarà sempre a tua disposizione per soddisfare ogni tua necessità.</a:t>
            </a:r>
          </a:p>
          <a:p>
            <a:pPr algn="just" rtl="0"/>
            <a:endParaRPr lang="it-IT" dirty="0"/>
          </a:p>
          <a:p>
            <a:pPr algn="just" rtl="0"/>
            <a:r>
              <a:rPr lang="it-IT" dirty="0"/>
              <a:t>Grazie al nostro continuo aggiornamento disporrai sempre delle migliori tecnologie per controllare la tua smart-farm.</a:t>
            </a:r>
          </a:p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645A76-E100-EFC9-2708-1B1481747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EA87306C-81BA-4795-A5CA-9392456A8C1E}" type="slidenum">
              <a:rPr lang="it-IT" smtClean="0"/>
              <a:pPr rtl="0"/>
              <a:t>8</a:t>
            </a:fld>
            <a:endParaRPr lang="it-IT" dirty="0"/>
          </a:p>
        </p:txBody>
      </p:sp>
      <p:pic>
        <p:nvPicPr>
          <p:cNvPr id="14" name="Segnaposto immagine 13">
            <a:extLst>
              <a:ext uri="{FF2B5EF4-FFF2-40B4-BE49-F238E27FC236}">
                <a16:creationId xmlns:a16="http://schemas.microsoft.com/office/drawing/2014/main" id="{908A2106-E024-DE0F-51C6-62ABC4B995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833" r="833"/>
          <a:stretch>
            <a:fillRect/>
          </a:stretch>
        </p:blipFill>
        <p:spPr>
          <a:xfrm>
            <a:off x="-1" y="0"/>
            <a:ext cx="4495801" cy="6858000"/>
          </a:xfrm>
        </p:spPr>
      </p:pic>
    </p:spTree>
    <p:extLst>
      <p:ext uri="{BB962C8B-B14F-4D97-AF65-F5344CB8AC3E}">
        <p14:creationId xmlns:p14="http://schemas.microsoft.com/office/powerpoint/2010/main" val="198190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59" y="0"/>
            <a:ext cx="4952999" cy="6857999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Vantaggi</a:t>
            </a:r>
          </a:p>
        </p:txBody>
      </p:sp>
      <p:pic>
        <p:nvPicPr>
          <p:cNvPr id="3" name="Segnaposto immagine 59" descr="Immagine con l'erba che spunta">
            <a:extLst>
              <a:ext uri="{FF2B5EF4-FFF2-40B4-BE49-F238E27FC236}">
                <a16:creationId xmlns:a16="http://schemas.microsoft.com/office/drawing/2014/main" id="{5ED9ECB3-5120-793E-837F-437722036D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75"/>
          <a:stretch/>
        </p:blipFill>
        <p:spPr>
          <a:xfrm>
            <a:off x="4942932" y="10"/>
            <a:ext cx="7249067" cy="2182473"/>
          </a:xfrm>
          <a:prstGeom prst="rect">
            <a:avLst/>
          </a:prstGeom>
          <a:noFill/>
        </p:spPr>
      </p:pic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1509" y="2869815"/>
            <a:ext cx="6411912" cy="3300851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0" indent="0" algn="just">
              <a:spcAft>
                <a:spcPts val="600"/>
              </a:spcAft>
              <a:buNone/>
            </a:pPr>
            <a:r>
              <a:rPr lang="it-IT" dirty="0"/>
              <a:t>SCALABILITÀ: la nostra soluzione è fortemente scalabile e si adatta a smart-farm di qualunque dimensione e con qualunque numero di serre al suo interno.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it-IT" dirty="0"/>
              <a:t>COMUNICAZIONE DIRETTA: per qualsiasi tipologia di richiesta è sempre possibile contattare gli amministratori di sistema.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it-IT" dirty="0"/>
              <a:t>USER FRIENDLY: grazie a un’interfaccia utente semplificata è semplice interagire con la piattaforma.</a:t>
            </a:r>
          </a:p>
        </p:txBody>
      </p:sp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9</a:t>
            </a:fld>
            <a:endParaRPr lang="it-IT" dirty="0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6345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1A6EA623-FC3F-8EBD-1C1B-072A21C2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3"/>
            <a:ext cx="10515600" cy="122903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Il nostro team</a:t>
            </a:r>
          </a:p>
        </p:txBody>
      </p:sp>
      <p:pic>
        <p:nvPicPr>
          <p:cNvPr id="4" name="Segnaposto contenuto 3" descr="Immagine che contiene Viso umano, persona, muro, vestiti&#10;&#10;Descrizione generata automaticamente">
            <a:extLst>
              <a:ext uri="{FF2B5EF4-FFF2-40B4-BE49-F238E27FC236}">
                <a16:creationId xmlns:a16="http://schemas.microsoft.com/office/drawing/2014/main" id="{DD35D7A3-DF00-2A7C-7CCD-B4941AD3207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580436" y="2375507"/>
            <a:ext cx="2503884" cy="33385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Segnaposto contenuto 11">
            <a:extLst>
              <a:ext uri="{FF2B5EF4-FFF2-40B4-BE49-F238E27FC236}">
                <a16:creationId xmlns:a16="http://schemas.microsoft.com/office/drawing/2014/main" id="{8861FF45-BE19-75F7-FDF6-3CF0D85A8F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2769" y="6061482"/>
            <a:ext cx="4059218" cy="570375"/>
          </a:xfrm>
        </p:spPr>
        <p:txBody>
          <a:bodyPr rtlCol="0"/>
          <a:lstStyle>
            <a:defPPr>
              <a:defRPr lang="it-IT"/>
            </a:defPPr>
          </a:lstStyle>
          <a:p>
            <a:pPr algn="ctr" rtl="0"/>
            <a:r>
              <a:rPr lang="it-IT" dirty="0"/>
              <a:t>Elia Felletti, 21 anni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B347400-F1A2-FAFC-8A83-9280B6C44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A87306C-81BA-4795-A5CA-9392456A8C1E}" type="slidenum">
              <a:rPr lang="it-IT" smtClean="0"/>
              <a:pPr rtl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9951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ACBCD3B-EAB4-87E8-85AB-C9DDB716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61" y="2366586"/>
            <a:ext cx="4442603" cy="2124827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Grazie per la vostra attenzione</a:t>
            </a:r>
          </a:p>
        </p:txBody>
      </p:sp>
      <p:pic>
        <p:nvPicPr>
          <p:cNvPr id="15" name="Segnaposto immagine 14" descr="Primo piano di una foglia">
            <a:extLst>
              <a:ext uri="{FF2B5EF4-FFF2-40B4-BE49-F238E27FC236}">
                <a16:creationId xmlns:a16="http://schemas.microsoft.com/office/drawing/2014/main" id="{C59CFD32-0A41-78F6-63F2-D8BBA2F23D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5" r="55"/>
          <a:stretch/>
        </p:blipFill>
        <p:spPr>
          <a:xfrm>
            <a:off x="6771736" y="0"/>
            <a:ext cx="5420263" cy="6858000"/>
          </a:xfrm>
        </p:spPr>
      </p:pic>
    </p:spTree>
    <p:extLst>
      <p:ext uri="{BB962C8B-B14F-4D97-AF65-F5344CB8AC3E}">
        <p14:creationId xmlns:p14="http://schemas.microsoft.com/office/powerpoint/2010/main" val="301015108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98630289.tgt.Office_72342519_TF16411175_Win32_OJ112380586.potx" id="{7D358029-E286-4B1A-BFBE-337805D9D95D}" vid="{63920A3E-88DD-4201-AD1C-201DABB0301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Personalizzata</Template>
  <TotalTime>158</TotalTime>
  <Words>315</Words>
  <Application>Microsoft Macintosh PowerPoint</Application>
  <PresentationFormat>Widescreen</PresentationFormat>
  <Paragraphs>63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Tenorite </vt:lpstr>
      <vt:lpstr>Tenorite Bold</vt:lpstr>
      <vt:lpstr>Personalizzata</vt:lpstr>
      <vt:lpstr>Farming-Evolution Progetto realizzato da Dario Macchi (176495) e elia felletti (174557)</vt:lpstr>
      <vt:lpstr>Sommario</vt:lpstr>
      <vt:lpstr>Idea</vt:lpstr>
      <vt:lpstr>Chi siamo</vt:lpstr>
      <vt:lpstr>I nostri servizi</vt:lpstr>
      <vt:lpstr>Rilevazioni Ambientali</vt:lpstr>
      <vt:lpstr>Monitoring e Pianificazione</vt:lpstr>
      <vt:lpstr>Perché farming-Evolution</vt:lpstr>
      <vt:lpstr>Vantaggi</vt:lpstr>
      <vt:lpstr>Il nostro team</vt:lpstr>
      <vt:lpstr>Grazie per la vostra 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MACCHI DARIO</dc:creator>
  <cp:lastModifiedBy>MACCHI DARIO</cp:lastModifiedBy>
  <cp:revision>2</cp:revision>
  <dcterms:created xsi:type="dcterms:W3CDTF">2024-06-05T13:59:14Z</dcterms:created>
  <dcterms:modified xsi:type="dcterms:W3CDTF">2024-06-05T16:38:11Z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